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A9232-3E19-B397-E47F-9415FE1F0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28B515-3F1A-527A-1F8E-9431F4695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9822BC-3CC1-24D9-FE2B-1A439F984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8E1C-3B48-4975-B39E-62028CEB98D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11168A-9BE0-FA5F-6675-4F2D8250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5124B6-0212-4EF2-5C42-B6FFB4AC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20CCC-72A5-4B2E-9BCC-06CBC3642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96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BDA88-AEA0-02E0-52EB-1272EFCF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19A1AC-8AB7-5CA5-66EE-B7799516B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905922-171B-DA33-780A-AA695EBCC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8E1C-3B48-4975-B39E-62028CEB98D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12D961-FF7C-9C89-9EFC-025FA2ED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7B24ED-C1D1-556E-D1E9-12ADC079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20CCC-72A5-4B2E-9BCC-06CBC3642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646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82F54-711C-34EB-8323-7A91034D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9B8A2C-EC36-608E-FE77-2CA4B6709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569946-93F0-F6EB-6B65-082C0F61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8E1C-3B48-4975-B39E-62028CEB98D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8E5369-7767-D385-0233-B12A73ADA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A22A7E-1DF1-20EB-9E89-1327597C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20CCC-72A5-4B2E-9BCC-06CBC3642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66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3FF6E-2156-6CFD-E45D-6E5EF026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8DF382-4113-8C9E-76B0-E67177249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FDC3D6-DF80-D409-D82F-8E36B54E5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8773AE-1A57-1FAE-22C2-CC5DB16A6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8E1C-3B48-4975-B39E-62028CEB98D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3221C0-EBFA-87D5-026F-A274653BF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9298C4-2BFB-FB6D-496E-B62B0E5F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20CCC-72A5-4B2E-9BCC-06CBC3642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91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F9E128-588B-201B-74CB-E5E65901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8F158E-B21C-143A-0C3C-F7E8C747F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59F488-E6A7-6FFF-F20C-942DFD093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6E84AA-AB72-4A40-B4C4-D68A28B6E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CAFF89-76EB-D1F8-74FB-A408182958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9952E3-7848-CEFF-C219-34A14ACF9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8E1C-3B48-4975-B39E-62028CEB98D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82FFC32-2313-3967-DA64-313EDEBA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F654AB-F89E-F038-BEC6-EDC01E86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20CCC-72A5-4B2E-9BCC-06CBC3642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77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211BCC-3993-DE4D-16BA-45AB7078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FA4940-0DFC-D97C-5D6E-9DA9B0BE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8E1C-3B48-4975-B39E-62028CEB98D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99D863-6857-7D85-2318-B2511648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EBD63E-A8FE-5FD9-29D9-3688C0F79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20CCC-72A5-4B2E-9BCC-06CBC3642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755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D774494-DC42-099D-9A02-5C2DB99C9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8E1C-3B48-4975-B39E-62028CEB98D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186E34-21F4-7EC9-23E7-2F0888F9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4E8085-321F-7443-EF6A-F9FF70E3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20CCC-72A5-4B2E-9BCC-06CBC3642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35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BF1734-2F9C-EE3C-9342-92BEF09B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B9304F-9F70-A7DD-465F-E5824C91F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74D75E-5B22-B2ED-197C-66FE0FC46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790AA4-8AAF-0244-C887-E854A117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8E1C-3B48-4975-B39E-62028CEB98D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F3E626-D0D9-D6BA-E5C8-4D21F81A6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DE75CF-B7C2-655E-B6F2-CC2511D8C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20CCC-72A5-4B2E-9BCC-06CBC3642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38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18874-1B4D-C713-AE05-FC0FC75AA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F5E6C9-D188-56D3-1445-23D7C8943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925DBE-29CD-3F49-760B-234B7CEC9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A6FB0B-108F-0C6F-F99E-913AACCC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8E1C-3B48-4975-B39E-62028CEB98D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388B2D-80D5-EA9E-D722-B2212DF3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259DD9-C779-4031-5B4D-90DBA289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20CCC-72A5-4B2E-9BCC-06CBC3642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51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08C61-AA9A-7682-7C72-9BE8AD4E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E9CC3E-2DAC-6E10-7AA5-768651869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66B8E-B17C-6D8D-7D78-661C2853B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8E1C-3B48-4975-B39E-62028CEB98D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CFAEA-6C28-461F-DEDE-055D5460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803D0D-2288-3776-ABF8-953C69F6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20CCC-72A5-4B2E-9BCC-06CBC3642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7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6F4D53-2B75-3033-3F56-6A03A0CF2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A4940B-9F81-3E6C-A0A1-7AC79D5CC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0A2FE9-0BA4-E86D-07C9-9ACF6AB7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8E1C-3B48-4975-B39E-62028CEB98D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07689-FE89-810D-9649-29BE8846A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A3EB14-A2D4-0DB1-9B67-4A0F19D6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20CCC-72A5-4B2E-9BCC-06CBC3642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439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ACD8E86-3820-2C20-36B4-BCA0A5501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8ED8B0-D767-1F4D-3ECA-9EA1B63B4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F21EBF-536E-C3DC-60A6-9C6BADAC3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68E1C-3B48-4975-B39E-62028CEB98D5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E7DED5-363A-AC8D-E265-007BF660E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4805C0-8B11-7735-0A10-D4C1694DD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20CCC-72A5-4B2E-9BCC-06CBC36427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67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337A109-5F6C-D008-AA3F-9439E25C1BE3}"/>
              </a:ext>
            </a:extLst>
          </p:cNvPr>
          <p:cNvSpPr txBox="1"/>
          <p:nvPr/>
        </p:nvSpPr>
        <p:spPr>
          <a:xfrm>
            <a:off x="1900235" y="368034"/>
            <a:ext cx="8391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打开机械臂电源，待网线接口上方的指示灯变为闪烁的绿灯，即为开机状态。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将</a:t>
            </a:r>
            <a:r>
              <a:rPr lang="en-US" altLang="zh-CN" dirty="0"/>
              <a:t>PC</a:t>
            </a:r>
            <a:r>
              <a:rPr lang="zh-CN" altLang="en-US" dirty="0"/>
              <a:t>的</a:t>
            </a:r>
            <a:r>
              <a:rPr lang="en-US" altLang="zh-CN" dirty="0"/>
              <a:t>IP</a:t>
            </a:r>
            <a:r>
              <a:rPr lang="zh-CN" altLang="en-US" dirty="0"/>
              <a:t>设置为</a:t>
            </a:r>
            <a:r>
              <a:rPr lang="en-US" altLang="zh-CN" dirty="0"/>
              <a:t>192.168.1.x</a:t>
            </a:r>
            <a:r>
              <a:rPr lang="zh-CN" altLang="en-US" dirty="0"/>
              <a:t>，子网掩码</a:t>
            </a:r>
            <a:r>
              <a:rPr lang="en-US" altLang="zh-CN" dirty="0"/>
              <a:t>255.255.255.0</a:t>
            </a:r>
            <a:r>
              <a:rPr lang="zh-CN" altLang="en-US" dirty="0"/>
              <a:t>，如图</a:t>
            </a:r>
            <a:r>
              <a:rPr lang="en-US" altLang="zh-CN" dirty="0"/>
              <a:t>1</a:t>
            </a:r>
            <a:r>
              <a:rPr lang="zh-CN" altLang="en-US" dirty="0"/>
              <a:t>所示。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A5E5E6-856F-4801-4AE3-CE70A1987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975" y="1396250"/>
            <a:ext cx="5430043" cy="46194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ADB84E3-2873-EE76-2051-B08F11CF6AE9}"/>
              </a:ext>
            </a:extLst>
          </p:cNvPr>
          <p:cNvSpPr txBox="1"/>
          <p:nvPr/>
        </p:nvSpPr>
        <p:spPr>
          <a:xfrm>
            <a:off x="4929183" y="6187309"/>
            <a:ext cx="233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1. </a:t>
            </a:r>
            <a:r>
              <a:rPr lang="zh-CN" altLang="en-US" dirty="0"/>
              <a:t>电脑</a:t>
            </a:r>
            <a:r>
              <a:rPr lang="en-US" altLang="zh-CN" dirty="0"/>
              <a:t>IP</a:t>
            </a:r>
            <a:r>
              <a:rPr lang="zh-CN" altLang="en-US" dirty="0"/>
              <a:t>设置</a:t>
            </a:r>
          </a:p>
        </p:txBody>
      </p:sp>
    </p:spTree>
    <p:extLst>
      <p:ext uri="{BB962C8B-B14F-4D97-AF65-F5344CB8AC3E}">
        <p14:creationId xmlns:p14="http://schemas.microsoft.com/office/powerpoint/2010/main" val="1101182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DBDE3DE-7CD3-F1E6-486D-17D1E57CA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8" b="5000"/>
          <a:stretch/>
        </p:blipFill>
        <p:spPr>
          <a:xfrm>
            <a:off x="1595972" y="1448746"/>
            <a:ext cx="9000054" cy="481121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F275314-497B-55A0-DBDD-7E5C62565DAF}"/>
              </a:ext>
            </a:extLst>
          </p:cNvPr>
          <p:cNvSpPr txBox="1"/>
          <p:nvPr/>
        </p:nvSpPr>
        <p:spPr>
          <a:xfrm>
            <a:off x="552449" y="248417"/>
            <a:ext cx="11087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打开</a:t>
            </a:r>
            <a:r>
              <a:rPr lang="en-US" altLang="zh-CN" dirty="0"/>
              <a:t>Google</a:t>
            </a:r>
            <a:r>
              <a:rPr lang="zh-CN" altLang="en-US" dirty="0"/>
              <a:t>浏览器，输入</a:t>
            </a:r>
            <a:r>
              <a:rPr lang="en-US" altLang="zh-CN" dirty="0"/>
              <a:t>192.168.1.18</a:t>
            </a:r>
            <a:r>
              <a:rPr lang="zh-CN" altLang="en-US" dirty="0"/>
              <a:t>，用户名：</a:t>
            </a:r>
            <a:r>
              <a:rPr lang="en-US" altLang="zh-CN" dirty="0"/>
              <a:t>user</a:t>
            </a:r>
            <a:r>
              <a:rPr lang="zh-CN" altLang="en-US" dirty="0"/>
              <a:t>，密码：</a:t>
            </a:r>
            <a:r>
              <a:rPr lang="en-US" altLang="zh-CN" dirty="0"/>
              <a:t>123</a:t>
            </a:r>
            <a:r>
              <a:rPr lang="zh-CN" altLang="en-US" dirty="0"/>
              <a:t>，进入示教界面。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en-US" dirty="0"/>
              <a:t>机械臂开机后检查手是否自检，若未自检，则进入“扩展</a:t>
            </a:r>
            <a:r>
              <a:rPr lang="en-US" altLang="zh-CN" dirty="0"/>
              <a:t>-</a:t>
            </a:r>
            <a:r>
              <a:rPr lang="zh-CN" altLang="en-US" dirty="0"/>
              <a:t>末端控制</a:t>
            </a:r>
            <a:r>
              <a:rPr lang="en-US" altLang="zh-CN" dirty="0"/>
              <a:t>-</a:t>
            </a:r>
            <a:r>
              <a:rPr lang="zh-CN" altLang="en-US" dirty="0"/>
              <a:t>工具段电源输出”，如图</a:t>
            </a:r>
            <a:r>
              <a:rPr lang="en-US" altLang="zh-CN" dirty="0"/>
              <a:t>2</a:t>
            </a:r>
            <a:r>
              <a:rPr lang="zh-CN" altLang="en-US" dirty="0"/>
              <a:t>页面，检查输出是否为</a:t>
            </a:r>
            <a:r>
              <a:rPr lang="en-US" altLang="zh-CN" dirty="0"/>
              <a:t>24V</a:t>
            </a:r>
            <a:r>
              <a:rPr lang="zh-CN" altLang="en-US" dirty="0"/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173B33-D97D-C8B2-8A6C-0D7B9BC69B87}"/>
              </a:ext>
            </a:extLst>
          </p:cNvPr>
          <p:cNvSpPr txBox="1"/>
          <p:nvPr/>
        </p:nvSpPr>
        <p:spPr>
          <a:xfrm>
            <a:off x="4693442" y="6424917"/>
            <a:ext cx="280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2. </a:t>
            </a:r>
            <a:r>
              <a:rPr lang="zh-CN" altLang="en-US" dirty="0"/>
              <a:t>机械臂末端电源检查</a:t>
            </a:r>
          </a:p>
        </p:txBody>
      </p:sp>
    </p:spTree>
    <p:extLst>
      <p:ext uri="{BB962C8B-B14F-4D97-AF65-F5344CB8AC3E}">
        <p14:creationId xmlns:p14="http://schemas.microsoft.com/office/powerpoint/2010/main" val="402980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F275314-497B-55A0-DBDD-7E5C62565DAF}"/>
              </a:ext>
            </a:extLst>
          </p:cNvPr>
          <p:cNvSpPr txBox="1"/>
          <p:nvPr/>
        </p:nvSpPr>
        <p:spPr>
          <a:xfrm>
            <a:off x="1519235" y="605187"/>
            <a:ext cx="9153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5. </a:t>
            </a:r>
            <a:r>
              <a:rPr lang="zh-CN" altLang="en-US" dirty="0"/>
              <a:t>进入“数据管理</a:t>
            </a:r>
            <a:r>
              <a:rPr lang="en-US" altLang="zh-CN" dirty="0"/>
              <a:t>-</a:t>
            </a:r>
            <a:r>
              <a:rPr lang="zh-CN" altLang="en-US" dirty="0"/>
              <a:t>全局点位”，点击“↑全局点位文件导入”，选择</a:t>
            </a:r>
            <a:r>
              <a:rPr lang="en-US" altLang="zh-CN" dirty="0"/>
              <a:t>globalPoints.txt</a:t>
            </a:r>
            <a:r>
              <a:rPr lang="zh-CN" altLang="en-US" dirty="0"/>
              <a:t>文件导入。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173B33-D97D-C8B2-8A6C-0D7B9BC69B87}"/>
              </a:ext>
            </a:extLst>
          </p:cNvPr>
          <p:cNvSpPr txBox="1"/>
          <p:nvPr/>
        </p:nvSpPr>
        <p:spPr>
          <a:xfrm>
            <a:off x="4693441" y="6424917"/>
            <a:ext cx="280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3. </a:t>
            </a:r>
            <a:r>
              <a:rPr lang="zh-CN" altLang="en-US" dirty="0"/>
              <a:t>导入全局点位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03AC37-01E2-840D-C601-76EEA2BA5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7"/>
          <a:stretch/>
        </p:blipFill>
        <p:spPr>
          <a:xfrm>
            <a:off x="1591661" y="1615317"/>
            <a:ext cx="9008675" cy="472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15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F275314-497B-55A0-DBDD-7E5C62565DAF}"/>
              </a:ext>
            </a:extLst>
          </p:cNvPr>
          <p:cNvSpPr txBox="1"/>
          <p:nvPr/>
        </p:nvSpPr>
        <p:spPr>
          <a:xfrm>
            <a:off x="1952623" y="324034"/>
            <a:ext cx="8286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6. </a:t>
            </a:r>
            <a:r>
              <a:rPr lang="zh-CN" altLang="en-US" dirty="0"/>
              <a:t>进入“在线编程</a:t>
            </a:r>
            <a:r>
              <a:rPr lang="en-US" altLang="zh-CN" dirty="0"/>
              <a:t>-</a:t>
            </a:r>
            <a:r>
              <a:rPr lang="zh-CN" altLang="en-US" dirty="0"/>
              <a:t>图形化编程</a:t>
            </a:r>
            <a:r>
              <a:rPr lang="en-US" altLang="zh-CN" dirty="0"/>
              <a:t>-</a:t>
            </a:r>
            <a:r>
              <a:rPr lang="zh-CN" altLang="en-US" dirty="0"/>
              <a:t>文件导入（直接导入）”，选择</a:t>
            </a:r>
            <a:r>
              <a:rPr lang="en-US" altLang="zh-CN" dirty="0"/>
              <a:t>yaling.txt</a:t>
            </a:r>
            <a:r>
              <a:rPr lang="zh-CN" altLang="en-US" dirty="0"/>
              <a:t>文件导入。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173B33-D97D-C8B2-8A6C-0D7B9BC69B87}"/>
              </a:ext>
            </a:extLst>
          </p:cNvPr>
          <p:cNvSpPr txBox="1"/>
          <p:nvPr/>
        </p:nvSpPr>
        <p:spPr>
          <a:xfrm>
            <a:off x="4693441" y="6424917"/>
            <a:ext cx="280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4. </a:t>
            </a:r>
            <a:r>
              <a:rPr lang="zh-CN" altLang="en-US" dirty="0"/>
              <a:t>导入图形化编程脚本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7B2C561-95A2-1083-2AA1-08793575B1ED}"/>
              </a:ext>
            </a:extLst>
          </p:cNvPr>
          <p:cNvGrpSpPr/>
          <p:nvPr/>
        </p:nvGrpSpPr>
        <p:grpSpPr>
          <a:xfrm>
            <a:off x="1666874" y="1061842"/>
            <a:ext cx="9557660" cy="4948433"/>
            <a:chOff x="1666874" y="1061842"/>
            <a:chExt cx="9557660" cy="4948433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2DCD224C-4195-D0BF-AE9D-FDD9B5AAB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76992" b="5219"/>
            <a:stretch/>
          </p:blipFill>
          <p:spPr>
            <a:xfrm>
              <a:off x="1666874" y="1061842"/>
              <a:ext cx="2138328" cy="4948433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F72F13B-000C-3DDE-A943-7A053AF81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37" b="6216"/>
            <a:stretch/>
          </p:blipFill>
          <p:spPr>
            <a:xfrm>
              <a:off x="3805201" y="1061842"/>
              <a:ext cx="7419333" cy="49484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8120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F275314-497B-55A0-DBDD-7E5C62565DAF}"/>
              </a:ext>
            </a:extLst>
          </p:cNvPr>
          <p:cNvSpPr txBox="1"/>
          <p:nvPr/>
        </p:nvSpPr>
        <p:spPr>
          <a:xfrm>
            <a:off x="523875" y="238308"/>
            <a:ext cx="11668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7. </a:t>
            </a:r>
            <a:r>
              <a:rPr lang="zh-CN" altLang="en-US" dirty="0"/>
              <a:t>点击低速调试，此时机械臂会运动到指定角度，灵巧手会进行抓哑铃动作，需要工作人员及时将哑铃装在手上。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8. </a:t>
            </a:r>
            <a:r>
              <a:rPr lang="zh-CN" altLang="en-US" dirty="0"/>
              <a:t>安装好哑铃后，灵巧手无需供电，因此回到图</a:t>
            </a:r>
            <a:r>
              <a:rPr lang="en-US" altLang="zh-CN" dirty="0"/>
              <a:t>2</a:t>
            </a:r>
            <a:r>
              <a:rPr lang="zh-CN" altLang="en-US" dirty="0"/>
              <a:t>所示的“扩展</a:t>
            </a:r>
            <a:r>
              <a:rPr lang="en-US" altLang="zh-CN" dirty="0"/>
              <a:t>-</a:t>
            </a:r>
            <a:r>
              <a:rPr lang="zh-CN" altLang="en-US" dirty="0"/>
              <a:t>末端控制</a:t>
            </a:r>
            <a:r>
              <a:rPr lang="en-US" altLang="zh-CN" dirty="0"/>
              <a:t>-</a:t>
            </a:r>
            <a:r>
              <a:rPr lang="zh-CN" altLang="en-US" dirty="0"/>
              <a:t>工具电源输出”页面，将电源设置为</a:t>
            </a:r>
            <a:r>
              <a:rPr lang="en-US" altLang="zh-CN" dirty="0"/>
              <a:t>0V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173B33-D97D-C8B2-8A6C-0D7B9BC69B87}"/>
              </a:ext>
            </a:extLst>
          </p:cNvPr>
          <p:cNvSpPr txBox="1"/>
          <p:nvPr/>
        </p:nvSpPr>
        <p:spPr>
          <a:xfrm>
            <a:off x="4693441" y="6424917"/>
            <a:ext cx="280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5. </a:t>
            </a:r>
            <a:r>
              <a:rPr lang="zh-CN" altLang="en-US" dirty="0"/>
              <a:t>执行抓哑铃预设位置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9E0B7F-A94E-05BE-A418-C3BA78A7B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69"/>
          <a:stretch/>
        </p:blipFill>
        <p:spPr>
          <a:xfrm>
            <a:off x="1582642" y="1438637"/>
            <a:ext cx="9026711" cy="483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5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F275314-497B-55A0-DBDD-7E5C62565DAF}"/>
              </a:ext>
            </a:extLst>
          </p:cNvPr>
          <p:cNvSpPr txBox="1"/>
          <p:nvPr/>
        </p:nvSpPr>
        <p:spPr>
          <a:xfrm>
            <a:off x="-76199" y="238308"/>
            <a:ext cx="12268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9. </a:t>
            </a:r>
            <a:r>
              <a:rPr lang="zh-CN" altLang="en-US" dirty="0"/>
              <a:t>关闭灵巧手电源后，回到图形化编程界面，将图</a:t>
            </a:r>
            <a:r>
              <a:rPr lang="en-US" altLang="zh-CN" dirty="0"/>
              <a:t>6</a:t>
            </a:r>
            <a:r>
              <a:rPr lang="zh-CN" altLang="en-US" dirty="0"/>
              <a:t>中除了“无限循环”绿色框以外的程序移出“当程序开始运行</a:t>
            </a:r>
            <a:r>
              <a:rPr lang="en-US" altLang="zh-CN" dirty="0"/>
              <a:t>…</a:t>
            </a:r>
            <a:r>
              <a:rPr lang="zh-CN" altLang="en-US" dirty="0"/>
              <a:t>”的棕色框。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10. </a:t>
            </a:r>
            <a:r>
              <a:rPr lang="zh-CN" altLang="en-US" dirty="0"/>
              <a:t>点击运行按钮，待机械臂运行后，可将电脑撤走，机械臂会自动执行程序。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11. </a:t>
            </a:r>
            <a:r>
              <a:rPr lang="zh-CN" altLang="en-US" dirty="0"/>
              <a:t>结束关闭机械臂电源时，注意哑铃和桌面距离，防止过高造成意外。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173B33-D97D-C8B2-8A6C-0D7B9BC69B87}"/>
              </a:ext>
            </a:extLst>
          </p:cNvPr>
          <p:cNvSpPr txBox="1"/>
          <p:nvPr/>
        </p:nvSpPr>
        <p:spPr>
          <a:xfrm>
            <a:off x="4693441" y="6424917"/>
            <a:ext cx="280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6. </a:t>
            </a:r>
            <a:r>
              <a:rPr lang="zh-CN" altLang="en-US" dirty="0"/>
              <a:t>执行抓哑铃程序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37A671D-0C99-7583-37AB-0CF010066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3"/>
          <a:stretch/>
        </p:blipFill>
        <p:spPr>
          <a:xfrm>
            <a:off x="1682853" y="1667237"/>
            <a:ext cx="8826290" cy="468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4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358</Words>
  <Application>Microsoft Office PowerPoint</Application>
  <PresentationFormat>宽屏</PresentationFormat>
  <Paragraphs>22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航 汪</dc:creator>
  <cp:lastModifiedBy>航 汪</cp:lastModifiedBy>
  <cp:revision>6</cp:revision>
  <dcterms:created xsi:type="dcterms:W3CDTF">2024-09-10T09:38:54Z</dcterms:created>
  <dcterms:modified xsi:type="dcterms:W3CDTF">2024-09-10T10:14:13Z</dcterms:modified>
</cp:coreProperties>
</file>